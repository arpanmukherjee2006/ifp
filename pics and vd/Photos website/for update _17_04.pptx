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E86EF-1DFE-4F67-9367-275CABF6387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245F0-BB22-4C47-B667-1F57487F7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02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Choose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245F0-BB22-4C47-B667-1F57487F786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02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ALINE PHOTOS PROPERLY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245F0-BB22-4C47-B667-1F57487F786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84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6940-B5E0-C551-957A-64F9F17E1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CA62-E82F-1606-D5C7-787AA06D6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92893-65E3-028F-4815-09310E5E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5D4F-22AA-C0FA-2149-03FF72CD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610A-A38A-5F8E-0028-FC2787CB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45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C3E7-162E-30DC-8320-1235C1EF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5F7D-59D8-9288-9478-C29984FF8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49DD-C97D-C169-75A6-66CBCE5F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EE328-4985-BBC3-E0F5-EEEAC1C0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94F2-52FB-8A3D-079D-620AE649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0D03-4540-8541-9DCE-E5BA6B5B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6C6D5-98C0-739F-2867-16DCFB7A4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3726-E3A8-7F7F-E236-DDC87236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ADB70-CABB-057C-9D43-E6E7BFF0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EEA3A-7BF8-53A7-DF18-11700985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3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33E3-10D1-345E-2DB3-173C0F84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C3421-AEF8-AAB6-1651-A9E058B88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C7D33-902F-55B9-9C35-4892C9504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1CE77-394C-F04B-990D-006B0903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7F803-363D-5254-9E9A-AD1BE044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19209-8428-AEED-7420-9F92A879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725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5459-0A76-3D18-2651-1E47AD9E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CC9F2-430A-D334-7819-D407FD6E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E5580-5E9B-DE1C-9A37-AD3212CD3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9C65C-4934-C013-2F05-2B814F58A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BCFA5-7AC4-95BC-0864-8E4B09AE1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476A5-FC80-5915-4E44-A96762156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E19D1-AA15-B8BC-D982-268DFAC7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1D7DE-7D69-CFF1-647F-2168DECB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5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7678-E0DA-2000-E461-E786ABD5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D8409-692E-3638-DD84-BBFD9E889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409A0-C05E-9311-5895-A8A44543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D3F40-6F54-1CE7-8DF6-0276702A1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3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608748-E15E-4BFF-E357-DC18A99B4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8617F-F34C-4B40-152A-96C18C9E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18B11-8DEC-52FE-3DC9-3C5E17D5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0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5438-1FC4-7C5B-D254-39721FB0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279F0-9F84-A5F4-ED5B-63860144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EAF06-E186-2F94-A0F0-23595E180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F99A7-37AF-CE6E-B4DE-4B752BCA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33294-90DA-4130-0C19-9CEE35A3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49540-FF96-8983-B5C0-9D331F1D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26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36E0-2F68-B810-8669-4B9BD370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30B64-A66A-895B-CEB7-B9093B3F0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385C0-3AD9-5A5F-E421-324D22704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3FD81-A274-846F-9BA4-686A2707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810C8-0CCC-A747-E3AA-2C619EFC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1A9A2-0A47-C378-957D-48F78E22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62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3709-6419-8F7D-1531-5EA14CB1E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520E8-D221-908E-CA6F-C8D98D302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96460-B99A-BDE5-B272-DDD4281A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7314-3F80-CB89-966D-B497A0CE9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1B1B1-3100-36E0-B8CE-DB68C952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33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E8BB5-D18A-D195-F2A4-34D52CFA6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583FA-DC45-7E16-AE98-348A7C4B4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CF269-72A7-5CF7-9091-3962EF8D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72A90-40AD-0C36-427B-CC3F4BBA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F9360-7823-7542-0E98-DB88F164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67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3C31A4-8F22-1302-BFE0-DBFB7746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39D3A-E54B-F9A3-257E-F17389380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D8AF8-8DA3-3513-6640-9DA71C2CF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477EF-A868-46BB-8660-48225727E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65C4-E04C-E409-C00D-4A20D376B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D073-0A93-562B-D699-EF9121F40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06299-09DD-41B1-B552-8B0033F588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39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A35006-8FF0-F530-5D3D-F8EECF7A0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50" y="837847"/>
            <a:ext cx="11288700" cy="5048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AD40BB-59FE-4108-BEC0-D6B069A66217}"/>
              </a:ext>
            </a:extLst>
          </p:cNvPr>
          <p:cNvSpPr txBox="1"/>
          <p:nvPr/>
        </p:nvSpPr>
        <p:spPr>
          <a:xfrm>
            <a:off x="5537907" y="209550"/>
            <a:ext cx="1363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Demo photo</a:t>
            </a:r>
          </a:p>
        </p:txBody>
      </p:sp>
    </p:spTree>
    <p:extLst>
      <p:ext uri="{BB962C8B-B14F-4D97-AF65-F5344CB8AC3E}">
        <p14:creationId xmlns:p14="http://schemas.microsoft.com/office/powerpoint/2010/main" val="2623131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A518-8084-8106-6A44-6D995B44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187" y="136525"/>
            <a:ext cx="1571625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Actual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C4172-A4FB-E513-5061-7FA05B6F1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000719"/>
            <a:ext cx="8296275" cy="4666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7F0EA-FFBD-7506-EB20-3498A60E4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495424"/>
            <a:ext cx="8991600" cy="5057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4FB118-5716-CDF9-867E-8505B81039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1" y="2743201"/>
            <a:ext cx="7315199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0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FC5F5-4F7B-209B-75D2-D4FBABCC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D153D2-0446-DC67-2153-4C69F51D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35712" cy="4351338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C07F2C-E628-3655-38F7-8E4D188D7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288" y="2506662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3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6BC34-497E-9EA2-E9C5-10F631C472A6}"/>
              </a:ext>
            </a:extLst>
          </p:cNvPr>
          <p:cNvSpPr txBox="1"/>
          <p:nvPr/>
        </p:nvSpPr>
        <p:spPr>
          <a:xfrm>
            <a:off x="4918782" y="114300"/>
            <a:ext cx="1363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Demo photo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A5E2AA-05AA-D102-65FD-EE7D137F3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94" y="916268"/>
            <a:ext cx="6703018" cy="502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3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73445B-8F3A-8493-3120-D5E130913A81}"/>
              </a:ext>
            </a:extLst>
          </p:cNvPr>
          <p:cNvSpPr txBox="1"/>
          <p:nvPr/>
        </p:nvSpPr>
        <p:spPr>
          <a:xfrm>
            <a:off x="2066925" y="714375"/>
            <a:ext cx="665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Add GCR sir photo, Dr. Yogeshwar Mishra, will change the quote after</a:t>
            </a:r>
          </a:p>
        </p:txBody>
      </p:sp>
    </p:spTree>
    <p:extLst>
      <p:ext uri="{BB962C8B-B14F-4D97-AF65-F5344CB8AC3E}">
        <p14:creationId xmlns:p14="http://schemas.microsoft.com/office/powerpoint/2010/main" val="320545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848667-1A0A-2744-B47D-50704D0D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43" y="94784"/>
            <a:ext cx="5830114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7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A2E628-4EE7-FC09-4FDF-AC15B04F6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48" y="581026"/>
            <a:ext cx="11649075" cy="5242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32E771-1AFD-3569-9C7C-1499D54D6E09}"/>
              </a:ext>
            </a:extLst>
          </p:cNvPr>
          <p:cNvSpPr txBox="1"/>
          <p:nvPr/>
        </p:nvSpPr>
        <p:spPr>
          <a:xfrm>
            <a:off x="4665802" y="5324475"/>
            <a:ext cx="25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Place Ruby madam photo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A15E86-C7DC-C2BB-6C9D-5A3DCCADC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331" y="2676523"/>
            <a:ext cx="1926670" cy="3429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D0B760-2CC5-231A-765D-656D99910E49}"/>
              </a:ext>
            </a:extLst>
          </p:cNvPr>
          <p:cNvSpPr txBox="1"/>
          <p:nvPr/>
        </p:nvSpPr>
        <p:spPr>
          <a:xfrm>
            <a:off x="4429125" y="5921620"/>
            <a:ext cx="6096000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Empowering communities through knowledge exchange, collaborative learning and building resilient communities.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3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D374-679C-5400-F773-1277EF11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362" y="165766"/>
            <a:ext cx="2581275" cy="581025"/>
          </a:xfrm>
        </p:spPr>
        <p:txBody>
          <a:bodyPr>
            <a:normAutofit fontScale="90000"/>
          </a:bodyPr>
          <a:lstStyle/>
          <a:p>
            <a:r>
              <a:rPr lang="en-IN" dirty="0"/>
              <a:t>Research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2BB27-C865-B7DD-B58D-14358E90B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914588"/>
            <a:ext cx="7540338" cy="4239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5523AE-B8D0-7C29-AE5E-EC10430A8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782" y="914588"/>
            <a:ext cx="5152543" cy="4240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90EFC-39EA-5C98-FF6B-ED5E122DE9AC}"/>
              </a:ext>
            </a:extLst>
          </p:cNvPr>
          <p:cNvSpPr txBox="1"/>
          <p:nvPr/>
        </p:nvSpPr>
        <p:spPr>
          <a:xfrm>
            <a:off x="895351" y="5489558"/>
            <a:ext cx="11001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Add GCR sir photo, Dr. Yogeshwar Mishra, “</a:t>
            </a:r>
            <a:r>
              <a:rPr lang="en-US" dirty="0"/>
              <a:t>The backbone of scientific accountability through evaluation, tracking and reporting the assignments with precision, while transforming research outcomes into meaningful innovations that benefit both society and the environment”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F0CD59-6F5E-DBF7-0898-FCD042C1AF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781" y="1081369"/>
            <a:ext cx="5152543" cy="38644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E9A7C5-F39B-59BF-F0F0-B9B79ED87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7102"/>
            <a:ext cx="7607013" cy="427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44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91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87</Words>
  <Application>Microsoft Office PowerPoint</Application>
  <PresentationFormat>Widescreen</PresentationFormat>
  <Paragraphs>12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Actual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Gowda</dc:creator>
  <cp:lastModifiedBy>Manoj Gowda</cp:lastModifiedBy>
  <cp:revision>10</cp:revision>
  <dcterms:created xsi:type="dcterms:W3CDTF">2026-04-17T06:26:58Z</dcterms:created>
  <dcterms:modified xsi:type="dcterms:W3CDTF">2026-04-17T07:25:01Z</dcterms:modified>
</cp:coreProperties>
</file>