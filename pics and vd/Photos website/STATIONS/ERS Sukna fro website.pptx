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60" r:id="rId4"/>
    <p:sldId id="257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92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0600" y="1371600"/>
            <a:ext cx="7696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Eco-forestry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Research Station (ERS),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Sukna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Darjeeling (West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Bengal), a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research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centre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under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ICFRE-Institute of Forest Productivity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holds the position of tremendous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importance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being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situated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one of the world’s 36 global biodiversity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hotspots at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the foothills of Eastern Himalayas/North Bengal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in the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Mahananda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Wildlife Sanctuary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of Darjeeling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district of West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Bengal. The region is 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renowned for its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richness in plant biodiversity, diverse ecosystem and global recognition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 The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Darjeeling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district has highest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forest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cover (74.62 sq. km)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in terms of </a:t>
            </a:r>
            <a:r>
              <a:rPr lang="en-IN" dirty="0" err="1">
                <a:latin typeface="Times New Roman" pitchFamily="18" charset="0"/>
                <a:cs typeface="Times New Roman" pitchFamily="18" charset="0"/>
              </a:rPr>
              <a:t>percent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 of geographical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area in the state of West Bengal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contributing major timber and non-timber forest produce (NTFP) production to the state and are integral in livelihood pattern and biodiversity conservation of the region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 The research station has an experimental plot of 6.25 ha at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Uday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 Singh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Jote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IN" dirty="0" err="1" smtClean="0">
                <a:latin typeface="Times New Roman" pitchFamily="18" charset="0"/>
                <a:cs typeface="Times New Roman" pitchFamily="18" charset="0"/>
              </a:rPr>
              <a:t>Dagapur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IN" dirty="0" smtClean="0">
              <a:latin typeface="Times New Roman" pitchFamily="18" charset="0"/>
              <a:cs typeface="Times New Roman" pitchFamily="18" charset="0"/>
            </a:endParaRPr>
          </a:p>
          <a:p>
            <a:pPr lvl="0" algn="just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1143000" y="597932"/>
            <a:ext cx="7162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Eco-forestry 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Research Station (ERS), </a:t>
            </a:r>
            <a:r>
              <a:rPr lang="en-US" b="1" dirty="0" err="1">
                <a:latin typeface="Times New Roman" pitchFamily="18" charset="0"/>
                <a:cs typeface="Times New Roman" pitchFamily="18" charset="0"/>
              </a:rPr>
              <a:t>Sukna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, Darjeeling (West Bengal)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5513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cer\Downloads\WhatsApp Image 2026-01-26 at 3.09.50 PM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3886199"/>
            <a:ext cx="3659029" cy="282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cer\Downloads\WhatsApp Image 2026-01-26 at 3.10.05 PM.jpe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978" y="762000"/>
            <a:ext cx="4407662" cy="2937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:\Users\Anshuman Das\Downloads\WhatsApp Image 2023-05-23 at 14.31.37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4" y="3886200"/>
            <a:ext cx="4446839" cy="2824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Acer\Downloads\WhatsApp Image 2026-01-26 at 3.09.49 PM.jpe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066800"/>
            <a:ext cx="3721863" cy="2480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14400" y="152400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Photos of Office Campus of ERS, </a:t>
            </a:r>
            <a:r>
              <a:rPr lang="en-US" b="1" dirty="0" err="1" smtClean="0"/>
              <a:t>Sukna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931503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:\Users\Anshuman Das\Downloads\WhatsApp Image 2023-05-23 at 14.31.37 (2)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785" y="1524000"/>
            <a:ext cx="6857815" cy="3977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990785" y="521732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Photos of Office Campus of ERS, </a:t>
            </a:r>
            <a:r>
              <a:rPr lang="en-US" b="1" dirty="0" err="1" smtClean="0"/>
              <a:t>Sukna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86293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Anshuman Das\Downloads\WhatsApp Image 2023-05-09 at 16.14.08.jpe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45" y="533400"/>
            <a:ext cx="3891885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C:\Users\Anshuman Das\Desktop\Experimental Research Plot photos\DSC_3861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761" y="533400"/>
            <a:ext cx="4038600" cy="297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C:\Users\Anshuman Das\Downloads\WhatsApp Image 2023-05-09 at 16.14.06 (1).jpe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2444" y="3810000"/>
            <a:ext cx="4065917" cy="2616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386817" y="76200"/>
            <a:ext cx="8371544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Photos of experimental plot of </a:t>
            </a:r>
            <a:r>
              <a:rPr lang="en-US" b="1" dirty="0" err="1" smtClean="0"/>
              <a:t>Uday</a:t>
            </a:r>
            <a:r>
              <a:rPr lang="en-US" b="1" dirty="0" smtClean="0"/>
              <a:t> Singh </a:t>
            </a:r>
            <a:r>
              <a:rPr lang="en-US" b="1" dirty="0" err="1" smtClean="0"/>
              <a:t>Jote</a:t>
            </a:r>
            <a:r>
              <a:rPr lang="en-US" b="1" dirty="0" smtClean="0"/>
              <a:t>, </a:t>
            </a:r>
            <a:r>
              <a:rPr lang="en-US" b="1" dirty="0" err="1" smtClean="0"/>
              <a:t>Dagapur</a:t>
            </a:r>
            <a:endParaRPr lang="en-IN" b="1" dirty="0"/>
          </a:p>
        </p:txBody>
      </p:sp>
      <p:pic>
        <p:nvPicPr>
          <p:cNvPr id="8" name="Picture 3" descr="C:\Users\Anshuman Das\Desktop\Experimental Research Plot photos\DSC_3847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945" y="3886199"/>
            <a:ext cx="3991009" cy="2693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89863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183</Words>
  <Application>Microsoft Office PowerPoint</Application>
  <PresentationFormat>On-screen Show (4:3)</PresentationFormat>
  <Paragraphs>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7</cp:revision>
  <dcterms:created xsi:type="dcterms:W3CDTF">2006-08-16T00:00:00Z</dcterms:created>
  <dcterms:modified xsi:type="dcterms:W3CDTF">2026-02-11T06:20:28Z</dcterms:modified>
</cp:coreProperties>
</file>