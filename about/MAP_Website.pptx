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BA69B-626A-4BF4-B6B9-EF7E046F012F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C58A3-DFFA-4F12-8F16-D9F929CE6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9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C58A3-DFFA-4F12-8F16-D9F929CE62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1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8B8E-D4EB-62AD-6FA7-FAB6E2697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9DAE0-88DE-C074-909B-3E79F68CC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707D0-1A3D-E1B5-5129-E15E59D5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E8E28-F266-6B5D-F1CE-422B8188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0108D-E07C-1783-452B-33390439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76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00A2A-D254-689C-CCDF-3D4A678C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88372-FC02-FB6B-3EA4-FD9D41AAF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17A16-D932-3CE2-A9A3-B6F0AAD8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869B3-140F-6606-3A55-125C905B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43C2-7F72-7411-8176-BC4943BC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75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B923-68A6-5C90-F74D-EB214E41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390CB-22BF-3D9F-3C7D-F1F6575CA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8A85C-D5C5-0425-1894-43EF44C0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1E02-095F-2C04-CC97-1BE847BC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354E5-C040-8EF3-79CA-ED41EFC4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1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1923-72C4-B75C-E410-D4B186A0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F8105-B483-2E2F-90CA-411DF2427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4C7A2-CD00-424F-6394-33D49E12F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98DF2-F08B-479B-9617-E3A9371F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5F6C0-4E29-9CDE-F114-85A3C7DC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18E9A-C896-7559-2BF8-E7F99137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28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BC15-CC7A-71DD-585D-135A1BB6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59163-DE3B-EC60-5958-4ED7259F3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BA6C3-2693-FE75-5BFB-2E33CEE07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952A2-BCC1-69FC-3AE7-4A7DA8E84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1C290-2351-31A1-1A37-33082CF77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6AC14-17DE-9D34-B623-5B8CD305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C39A8-3D63-B28A-A81A-7ADE0058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0FC18B-B94F-B41E-1CCA-802CDC05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25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4C41-04E4-77D7-BBCC-470412AF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61FCA-F124-C517-E182-CC05DF39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4FEF5-90C7-F850-C2D2-BB66AA81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6B81E-58CE-A8C5-017C-2953246D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95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C78BA-003C-5D7E-2BDC-4345955A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D5090-BF58-E5B7-1675-8CD96BE4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C43AB-CDEB-FBAA-E341-E4E223BD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34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C2F6-1EF1-806B-065E-4F506EEA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4CEB8-BE93-775E-0E85-1E5FB526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9A909-C896-AA96-4A26-59393C7C1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A96C2-AA12-5B42-A6D2-BEE6D060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DF730-8C45-5A51-E651-9821573D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59D74-A717-A71E-9CA6-C36A15C2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9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E13A-CC64-6B3E-5C65-A268E721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97DC2-09B7-19BC-0E35-207E7037E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253C8-466C-BE89-7107-D9C6B6DF2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EC244-736E-4BAC-D908-A5F03696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C24EA-D011-F5BB-147E-B5D2EA8F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24B36-0112-D404-A4F0-CF67F357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9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681C-82CA-E31F-FCB6-233545EE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63E76-3B2F-E1B1-15D5-9A5721F63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52B32-D012-26B2-287F-5BECCC08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D179A-32E3-191C-B093-6AADBB5C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4653-ACAD-9F25-A1A3-0144D78C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37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530009-A08C-6E85-DD1E-284D7A8AF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CFF63-BF97-3EE8-9A34-4D953BBFC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92336-3B66-EA5C-F611-66B49A4EE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4A9B3-EF29-D098-788B-5B555B6F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F6BD4-B536-5723-CB86-226CD1DA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56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A9CD5-363E-6525-277A-401B6156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E8C15-9616-F87F-B087-583EEDB61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4B403-E92D-B4E4-1D6B-54327497B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1EAF9-8A4E-4421-B85B-02BD7BB703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26C45-0715-627C-0E8B-52BEFC438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194A-651A-56B2-C9D6-3B3B7ACB2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E6543-6699-4D65-94EA-DD07E8EC5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06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B118737-6E76-8451-CED4-557000B39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973" y="262887"/>
            <a:ext cx="3377076" cy="3331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A47BEB-EF8D-3C8A-3FF2-52D37AD37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9" y="3544604"/>
            <a:ext cx="3807006" cy="32818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EDE466-9B40-9D06-D61C-65206BB2F6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01" y="120458"/>
            <a:ext cx="3887265" cy="3473456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26723F4-B518-72BF-5C62-72E2FD28F65A}"/>
              </a:ext>
            </a:extLst>
          </p:cNvPr>
          <p:cNvSpPr/>
          <p:nvPr/>
        </p:nvSpPr>
        <p:spPr>
          <a:xfrm>
            <a:off x="129209" y="31513"/>
            <a:ext cx="935662" cy="9523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DBA91569-94C4-D83D-DD0E-FBFC64D7577E}"/>
              </a:ext>
            </a:extLst>
          </p:cNvPr>
          <p:cNvSpPr/>
          <p:nvPr/>
        </p:nvSpPr>
        <p:spPr>
          <a:xfrm>
            <a:off x="129209" y="3460512"/>
            <a:ext cx="935662" cy="9523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EF54259-67B6-AD99-7B93-BB719A1E421B}"/>
              </a:ext>
            </a:extLst>
          </p:cNvPr>
          <p:cNvSpPr/>
          <p:nvPr/>
        </p:nvSpPr>
        <p:spPr>
          <a:xfrm>
            <a:off x="11254411" y="75248"/>
            <a:ext cx="662265" cy="459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001E095F-F6FD-8BEB-4570-6F69A65E9BA3}"/>
              </a:ext>
            </a:extLst>
          </p:cNvPr>
          <p:cNvSpPr/>
          <p:nvPr/>
        </p:nvSpPr>
        <p:spPr>
          <a:xfrm>
            <a:off x="11303378" y="217676"/>
            <a:ext cx="467360" cy="459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15112C15-1EB5-6FF0-2FDA-3978222B81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8" t="8115" r="18873" b="18986"/>
          <a:stretch>
            <a:fillRect/>
          </a:stretch>
        </p:blipFill>
        <p:spPr>
          <a:xfrm>
            <a:off x="4082220" y="423160"/>
            <a:ext cx="4302748" cy="63545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030" name="Rectangle 1029">
            <a:extLst>
              <a:ext uri="{FF2B5EF4-FFF2-40B4-BE49-F238E27FC236}">
                <a16:creationId xmlns:a16="http://schemas.microsoft.com/office/drawing/2014/main" id="{7ACF7D92-662C-C312-E98E-9CFA679A313C}"/>
              </a:ext>
            </a:extLst>
          </p:cNvPr>
          <p:cNvSpPr/>
          <p:nvPr/>
        </p:nvSpPr>
        <p:spPr>
          <a:xfrm>
            <a:off x="4254705" y="575612"/>
            <a:ext cx="3957777" cy="5937983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4" name="Picture 1033">
            <a:extLst>
              <a:ext uri="{FF2B5EF4-FFF2-40B4-BE49-F238E27FC236}">
                <a16:creationId xmlns:a16="http://schemas.microsoft.com/office/drawing/2014/main" id="{02F90C64-628E-ABF1-0AEF-31ACA58084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100" y="73227"/>
            <a:ext cx="728386" cy="923551"/>
          </a:xfrm>
          <a:prstGeom prst="rect">
            <a:avLst/>
          </a:prstGeom>
        </p:spPr>
      </p:pic>
      <p:pic>
        <p:nvPicPr>
          <p:cNvPr id="1040" name="Picture 1039">
            <a:extLst>
              <a:ext uri="{FF2B5EF4-FFF2-40B4-BE49-F238E27FC236}">
                <a16:creationId xmlns:a16="http://schemas.microsoft.com/office/drawing/2014/main" id="{8BF1AB8A-F09D-9CCB-5085-EFD4CBB38B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209" y="3506739"/>
            <a:ext cx="678168" cy="859878"/>
          </a:xfrm>
          <a:prstGeom prst="rect">
            <a:avLst/>
          </a:prstGeom>
        </p:spPr>
      </p:pic>
      <p:pic>
        <p:nvPicPr>
          <p:cNvPr id="1041" name="Picture 1040">
            <a:extLst>
              <a:ext uri="{FF2B5EF4-FFF2-40B4-BE49-F238E27FC236}">
                <a16:creationId xmlns:a16="http://schemas.microsoft.com/office/drawing/2014/main" id="{580044C5-C4B3-1AF3-DC46-32DE3FBE9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54000" y="30459"/>
            <a:ext cx="692280" cy="877773"/>
          </a:xfrm>
          <a:prstGeom prst="rect">
            <a:avLst/>
          </a:prstGeom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EBD8ED85-6F92-76FA-F6E1-55ACB81683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701" y="3653869"/>
            <a:ext cx="3707299" cy="3114906"/>
          </a:xfrm>
          <a:prstGeom prst="rect">
            <a:avLst/>
          </a:prstGeom>
        </p:spPr>
      </p:pic>
      <p:pic>
        <p:nvPicPr>
          <p:cNvPr id="1044" name="Picture 1043">
            <a:extLst>
              <a:ext uri="{FF2B5EF4-FFF2-40B4-BE49-F238E27FC236}">
                <a16:creationId xmlns:a16="http://schemas.microsoft.com/office/drawing/2014/main" id="{7BAF342B-7514-18C6-FC00-CD5AD245E1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95744" y="3781553"/>
            <a:ext cx="608791" cy="771513"/>
          </a:xfrm>
          <a:prstGeom prst="rect">
            <a:avLst/>
          </a:prstGeom>
        </p:spPr>
      </p:pic>
      <p:sp>
        <p:nvSpPr>
          <p:cNvPr id="1051" name="TextBox 1050">
            <a:extLst>
              <a:ext uri="{FF2B5EF4-FFF2-40B4-BE49-F238E27FC236}">
                <a16:creationId xmlns:a16="http://schemas.microsoft.com/office/drawing/2014/main" id="{3BAA7071-A29F-C71A-82BA-0AA1EAC3CD06}"/>
              </a:ext>
            </a:extLst>
          </p:cNvPr>
          <p:cNvSpPr txBox="1"/>
          <p:nvPr/>
        </p:nvSpPr>
        <p:spPr>
          <a:xfrm>
            <a:off x="1447501" y="30459"/>
            <a:ext cx="134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Type</a:t>
            </a:r>
            <a:endParaRPr lang="en-IN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DDC3AF6E-0B4B-A4B1-A060-D3F9BEE7562E}"/>
              </a:ext>
            </a:extLst>
          </p:cNvPr>
          <p:cNvSpPr txBox="1"/>
          <p:nvPr/>
        </p:nvSpPr>
        <p:spPr>
          <a:xfrm>
            <a:off x="1385560" y="3469203"/>
            <a:ext cx="1469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Cover</a:t>
            </a:r>
            <a:endParaRPr lang="en-IN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8AD96ADE-F254-4A62-6378-B85D467C29E0}"/>
              </a:ext>
            </a:extLst>
          </p:cNvPr>
          <p:cNvSpPr txBox="1"/>
          <p:nvPr/>
        </p:nvSpPr>
        <p:spPr>
          <a:xfrm>
            <a:off x="8899271" y="120459"/>
            <a:ext cx="1787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A020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Sub Type</a:t>
            </a:r>
            <a:endParaRPr lang="en-IN" b="1" dirty="0">
              <a:solidFill>
                <a:srgbClr val="A020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7DF4438E-8C24-3324-AD87-BED06335BDD6}"/>
              </a:ext>
            </a:extLst>
          </p:cNvPr>
          <p:cNvSpPr txBox="1"/>
          <p:nvPr/>
        </p:nvSpPr>
        <p:spPr>
          <a:xfrm>
            <a:off x="8804642" y="3469203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 Use Land Cover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3C1FF0-BCCE-13DF-497E-0A92221B1EC5}"/>
              </a:ext>
            </a:extLst>
          </p:cNvPr>
          <p:cNvSpPr txBox="1"/>
          <p:nvPr/>
        </p:nvSpPr>
        <p:spPr>
          <a:xfrm>
            <a:off x="3122956" y="3143196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(FSI, 2021)</a:t>
            </a:r>
            <a:endParaRPr lang="en-IN" sz="11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A8885-0ED9-9FA6-067D-54F24DD025F9}"/>
              </a:ext>
            </a:extLst>
          </p:cNvPr>
          <p:cNvSpPr txBox="1"/>
          <p:nvPr/>
        </p:nvSpPr>
        <p:spPr>
          <a:xfrm>
            <a:off x="3086302" y="6516051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(FSI, 2021)</a:t>
            </a:r>
            <a:endParaRPr lang="en-IN" sz="11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DB969-1867-CF68-5A9E-191258502D30}"/>
              </a:ext>
            </a:extLst>
          </p:cNvPr>
          <p:cNvSpPr txBox="1"/>
          <p:nvPr/>
        </p:nvSpPr>
        <p:spPr>
          <a:xfrm>
            <a:off x="11178944" y="6604771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(ESRI, 2021)</a:t>
            </a:r>
            <a:endParaRPr lang="en-IN" sz="11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4B475-1442-B65E-5187-B065E5A1515B}"/>
              </a:ext>
            </a:extLst>
          </p:cNvPr>
          <p:cNvSpPr txBox="1"/>
          <p:nvPr/>
        </p:nvSpPr>
        <p:spPr>
          <a:xfrm>
            <a:off x="11322659" y="3156978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(FSI, 2021)</a:t>
            </a:r>
            <a:endParaRPr lang="en-IN" sz="11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7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32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shibnarayan pratihar</dc:creator>
  <cp:lastModifiedBy>shibnarayan pratihar</cp:lastModifiedBy>
  <cp:revision>6</cp:revision>
  <dcterms:created xsi:type="dcterms:W3CDTF">2026-04-08T17:30:57Z</dcterms:created>
  <dcterms:modified xsi:type="dcterms:W3CDTF">2026-04-13T07:16:03Z</dcterms:modified>
</cp:coreProperties>
</file>